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" id="{61512596-83a9-3624-4985-bfb0a2d48247}">
          <p14:sldIdLst>
            <p14:sldId id="256"/>
            <p14:sldId id="257"/>
            <p14:sldId id="258"/>
            <p14:sldId id="259"/>
          </p14:sldIdLst>
        </p14:section>
        <p14:section name="Brand" id="{901393bf-8e3f-43a5-0721-8410d966cacd}">
          <p14:sldIdLst>
            <p14:sldId id="260"/>
            <p14:sldId id="261"/>
            <p14:sldId id="262"/>
          </p14:sldIdLst>
        </p14:section>
        <p14:section name="Close" id="{f4a93e69-a5ee-ac90-38f3-a22659b5356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overview. Built from the Syfr design system notes: it describes the product as smart QR stickers for car owners and lists the storefront, order and admin surfaces. No business figures are included because none were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surfaces named in the Syfr design system: the product and checkout screens, the order screens, and the admin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owners use the storefront and order screens. The admin team uses utility actions such as reassigning a courier and syncing statuses.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steps follow the order states and admin actions in the Syfr design system notes. Anything beyond these, such as delivery tracking, is not described there and is left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colours are from the usage rules in the Syfr design system: brand tint for success or shipped, amber for pending, red for cancelled or failed, blue for neutral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Colours and fonts are from the Syfr design system notes. Cards use 16px corners and the main button is a pill.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links the company overview to the e-bike registry demo built earlier: the plate, the owner view and the warranty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figures, pricing, team and contact details here once available; none were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yfr.liv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syfr.liv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347472" cy="34747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123444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QR stickers for car owners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clean, trustworthy, green-forward consumer product.</a:t>
            </a:r>
            <a:endParaRPr lang="en-US" sz="1600" dirty="0"/>
          </a:p>
        </p:txBody>
      </p:sp>
      <p:pic>
        <p:nvPicPr>
          <p:cNvPr id="6" name="Hero panel" descr="A syfr.live QR stic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200400" cy="5852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370332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WEB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370332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31536" y="50292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About Syfr"/>
          <p:cNvSpPr txBox="1"/>
          <p:nvPr/>
        </p:nvSpPr>
        <p:spPr>
          <a:xfrm>
            <a:off x="5431536" y="502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ABOUT SYFR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sticker, a storefront and an order desk</a:t>
            </a:r>
            <a:endParaRPr lang="en-US" sz="3000" dirty="0"/>
          </a:p>
        </p:txBody>
      </p:sp>
      <p:sp>
        <p:nvSpPr>
          <p:cNvPr id="5" name="Card Smart QR stickers"/>
          <p:cNvSpPr/>
          <p:nvPr/>
        </p:nvSpPr>
        <p:spPr>
          <a:xfrm>
            <a:off x="950976" y="2011680"/>
            <a:ext cx="3246120" cy="27432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6" name="Icon disc 1"/>
          <p:cNvSpPr/>
          <p:nvPr/>
        </p:nvSpPr>
        <p:spPr>
          <a:xfrm>
            <a:off x="220827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: Smart QR stickers" descr="Icon: Smart QR sti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2450592"/>
            <a:ext cx="402336" cy="4023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22529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QR stickers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71016" y="3611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Stickers with a scannable QR code, made for car owners.</a:t>
            </a:r>
            <a:endParaRPr lang="en-US" sz="1300" dirty="0"/>
          </a:p>
        </p:txBody>
      </p:sp>
      <p:sp>
        <p:nvSpPr>
          <p:cNvPr id="10" name="Card A simple storefront"/>
          <p:cNvSpPr/>
          <p:nvPr/>
        </p:nvSpPr>
        <p:spPr>
          <a:xfrm>
            <a:off x="4471416" y="2011680"/>
            <a:ext cx="3246120" cy="27432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1" name="Icon disc 2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: A simple storefront" descr="Icon: A simple storefr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50592"/>
            <a:ext cx="402336" cy="402336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474573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simple storefront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91456" y="3611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cards with prices and discount tags, and a sticky checkout bar on mobile.</a:t>
            </a:r>
            <a:endParaRPr lang="en-US" sz="1300" dirty="0"/>
          </a:p>
        </p:txBody>
      </p:sp>
      <p:sp>
        <p:nvSpPr>
          <p:cNvPr id="15" name="Card Orders and delivery"/>
          <p:cNvSpPr/>
          <p:nvPr/>
        </p:nvSpPr>
        <p:spPr>
          <a:xfrm>
            <a:off x="7991856" y="2011680"/>
            <a:ext cx="3246120" cy="27432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6" name="Icon disc 3"/>
          <p:cNvSpPr/>
          <p:nvPr/>
        </p:nvSpPr>
        <p:spPr>
          <a:xfrm>
            <a:off x="924915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Orders and delivery" descr="Icon: Orders and deliv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450592"/>
            <a:ext cx="402336" cy="402336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26617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Orders and delivery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11896" y="3611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order carries a clear status, from awaiting payment to shipped.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777240" y="51663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syfr.live: clean, trustworthy and green-forward, on the web and on mobile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127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ho uses it"/>
          <p:cNvSpPr txBox="1"/>
          <p:nvPr/>
        </p:nvSpPr>
        <p:spPr>
          <a:xfrm>
            <a:off x="777240" y="502920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product, two kinds of user</a:t>
            </a:r>
            <a:endParaRPr lang="en-US" sz="3000" dirty="0"/>
          </a:p>
        </p:txBody>
      </p:sp>
      <p:sp>
        <p:nvSpPr>
          <p:cNvPr id="5" name="Card Car owners"/>
          <p:cNvSpPr/>
          <p:nvPr/>
        </p:nvSpPr>
        <p:spPr>
          <a:xfrm>
            <a:off x="777240" y="1783080"/>
            <a:ext cx="5134356" cy="3566160"/>
          </a:xfrm>
          <a:prstGeom prst="roundRect">
            <a:avLst>
              <a:gd name="adj" fmla="val 5128"/>
            </a:avLst>
          </a:prstGeom>
          <a:solidFill>
            <a:schemeClr val="accent3"/>
          </a:solidFill>
          <a:ln/>
        </p:spPr>
      </p:sp>
      <p:sp>
        <p:nvSpPr>
          <p:cNvPr id="6" name="Icon disc Car owners"/>
          <p:cNvSpPr/>
          <p:nvPr/>
        </p:nvSpPr>
        <p:spPr>
          <a:xfrm>
            <a:off x="118872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ard Admin team"/>
          <p:cNvSpPr/>
          <p:nvPr/>
        </p:nvSpPr>
        <p:spPr>
          <a:xfrm>
            <a:off x="6277356" y="1783080"/>
            <a:ext cx="5134356" cy="356616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</p:sp>
      <p:sp>
        <p:nvSpPr>
          <p:cNvPr id="8" name="Icon disc Admin team"/>
          <p:cNvSpPr/>
          <p:nvPr/>
        </p:nvSpPr>
        <p:spPr>
          <a:xfrm>
            <a:off x="6688836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: Car owners" descr="Icon: Car own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267712"/>
            <a:ext cx="402336" cy="402336"/>
          </a:xfrm>
          <a:prstGeom prst="rect">
            <a:avLst/>
          </a:prstGeom>
        </p:spPr>
      </p:pic>
      <p:pic>
        <p:nvPicPr>
          <p:cNvPr id="10" name="Icon: Admin team" descr="Icon: Admin t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28" y="2267712"/>
            <a:ext cx="402336" cy="402336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2103120" y="2103120"/>
            <a:ext cx="3396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 owners</a:t>
            </a:r>
            <a:endParaRPr lang="en-US" sz="2400" dirty="0"/>
          </a:p>
        </p:txBody>
      </p:sp>
      <p:sp>
        <p:nvSpPr>
          <p:cNvPr id="12" name="Bullets Car owners"/>
          <p:cNvSpPr txBox="1"/>
          <p:nvPr/>
        </p:nvSpPr>
        <p:spPr>
          <a:xfrm>
            <a:off x="1188720" y="3108960"/>
            <a:ext cx="43113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Browse sticker products and see prices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Check out, with a sticky bar on mobile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Follow an order from awaiting payment to shipped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7603236" y="2103120"/>
            <a:ext cx="3396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Admin team</a:t>
            </a:r>
            <a:endParaRPr lang="en-US" sz="2400" dirty="0"/>
          </a:p>
        </p:txBody>
      </p:sp>
      <p:sp>
        <p:nvSpPr>
          <p:cNvPr id="14" name="Bullets Admin team"/>
          <p:cNvSpPr txBox="1"/>
          <p:nvPr/>
        </p:nvSpPr>
        <p:spPr>
          <a:xfrm>
            <a:off x="6688836" y="3108960"/>
            <a:ext cx="43113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Reassign the courier on an order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Sync order statuses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 utility blue for admin actions, never for the main call to action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01234" y="502920"/>
            <a:ext cx="15864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rder journey"/>
          <p:cNvSpPr txBox="1"/>
          <p:nvPr/>
        </p:nvSpPr>
        <p:spPr>
          <a:xfrm>
            <a:off x="5301234" y="50292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 JOURNEY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browsing to a shipped sticker</a:t>
            </a:r>
            <a:endParaRPr lang="en-US" sz="3000" dirty="0"/>
          </a:p>
        </p:txBody>
      </p:sp>
      <p:sp>
        <p:nvSpPr>
          <p:cNvPr id="5" name="Timeline line"/>
          <p:cNvSpPr/>
          <p:nvPr/>
        </p:nvSpPr>
        <p:spPr>
          <a:xfrm>
            <a:off x="1840687" y="3017520"/>
            <a:ext cx="850757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Node 1"/>
          <p:cNvSpPr/>
          <p:nvPr/>
        </p:nvSpPr>
        <p:spPr>
          <a:xfrm>
            <a:off x="1566367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1566367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850392" y="3566160"/>
            <a:ext cx="1980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Browse</a:t>
            </a:r>
            <a:endParaRPr lang="en-US" sz="1700" dirty="0"/>
          </a:p>
        </p:txBody>
      </p:sp>
      <p:sp>
        <p:nvSpPr>
          <p:cNvPr id="9" name="Text"/>
          <p:cNvSpPr txBox="1"/>
          <p:nvPr/>
        </p:nvSpPr>
        <p:spPr>
          <a:xfrm>
            <a:off x="886968" y="4023360"/>
            <a:ext cx="1907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cards show the sticker, price and any discount tag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3693262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369326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2977286" y="3566160"/>
            <a:ext cx="1980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Check out</a:t>
            </a:r>
            <a:endParaRPr lang="en-US" sz="1700" dirty="0"/>
          </a:p>
        </p:txBody>
      </p:sp>
      <p:sp>
        <p:nvSpPr>
          <p:cNvPr id="13" name="Text"/>
          <p:cNvSpPr txBox="1"/>
          <p:nvPr/>
        </p:nvSpPr>
        <p:spPr>
          <a:xfrm>
            <a:off x="3013862" y="4023360"/>
            <a:ext cx="1907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main green button; on mobile it sits in a sticky bar</a:t>
            </a:r>
            <a:endParaRPr lang="en-US" sz="1300" dirty="0"/>
          </a:p>
        </p:txBody>
      </p:sp>
      <p:sp>
        <p:nvSpPr>
          <p:cNvPr id="14" name="Node 3"/>
          <p:cNvSpPr/>
          <p:nvPr/>
        </p:nvSpPr>
        <p:spPr>
          <a:xfrm>
            <a:off x="5820156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582015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"/>
          <p:cNvSpPr txBox="1"/>
          <p:nvPr/>
        </p:nvSpPr>
        <p:spPr>
          <a:xfrm>
            <a:off x="5104181" y="3566160"/>
            <a:ext cx="1980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</a:t>
            </a:r>
            <a:endParaRPr lang="en-US" sz="1700" dirty="0"/>
          </a:p>
        </p:txBody>
      </p:sp>
      <p:sp>
        <p:nvSpPr>
          <p:cNvPr id="17" name="Text"/>
          <p:cNvSpPr txBox="1"/>
          <p:nvPr/>
        </p:nvSpPr>
        <p:spPr>
          <a:xfrm>
            <a:off x="5140757" y="4023360"/>
            <a:ext cx="1907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order shows awaiting payment until it is paid</a:t>
            </a:r>
            <a:endParaRPr lang="en-US" sz="1300" dirty="0"/>
          </a:p>
        </p:txBody>
      </p:sp>
      <p:sp>
        <p:nvSpPr>
          <p:cNvPr id="18" name="Node 4"/>
          <p:cNvSpPr/>
          <p:nvPr/>
        </p:nvSpPr>
        <p:spPr>
          <a:xfrm>
            <a:off x="794705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794705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"/>
          <p:cNvSpPr txBox="1"/>
          <p:nvPr/>
        </p:nvSpPr>
        <p:spPr>
          <a:xfrm>
            <a:off x="7231075" y="3566160"/>
            <a:ext cx="1980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Courier</a:t>
            </a:r>
            <a:endParaRPr lang="en-US" sz="1700" dirty="0"/>
          </a:p>
        </p:txBody>
      </p:sp>
      <p:sp>
        <p:nvSpPr>
          <p:cNvPr id="21" name="Text"/>
          <p:cNvSpPr txBox="1"/>
          <p:nvPr/>
        </p:nvSpPr>
        <p:spPr>
          <a:xfrm>
            <a:off x="7267651" y="4023360"/>
            <a:ext cx="1907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admin team assigns, or reassigns, the courier</a:t>
            </a:r>
            <a:endParaRPr lang="en-US" sz="1300" dirty="0"/>
          </a:p>
        </p:txBody>
      </p:sp>
      <p:sp>
        <p:nvSpPr>
          <p:cNvPr id="22" name="Node 5"/>
          <p:cNvSpPr/>
          <p:nvPr/>
        </p:nvSpPr>
        <p:spPr>
          <a:xfrm>
            <a:off x="10073945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10073945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"/>
          <p:cNvSpPr txBox="1"/>
          <p:nvPr/>
        </p:nvSpPr>
        <p:spPr>
          <a:xfrm>
            <a:off x="9357970" y="3566160"/>
            <a:ext cx="1980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Shipped</a:t>
            </a:r>
            <a:endParaRPr lang="en-US" sz="1700" dirty="0"/>
          </a:p>
        </p:txBody>
      </p:sp>
      <p:sp>
        <p:nvSpPr>
          <p:cNvPr id="25" name="Text"/>
          <p:cNvSpPr txBox="1"/>
          <p:nvPr/>
        </p:nvSpPr>
        <p:spPr>
          <a:xfrm>
            <a:off x="9394546" y="4023360"/>
            <a:ext cx="1907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order is marked shipped</a:t>
            </a:r>
            <a:endParaRPr lang="en-US" sz="1300" dirty="0"/>
          </a:p>
        </p:txBody>
      </p:sp>
      <p:sp>
        <p:nvSpPr>
          <p:cNvPr id="26" name="Callout"/>
          <p:cNvSpPr/>
          <p:nvPr/>
        </p:nvSpPr>
        <p:spPr>
          <a:xfrm>
            <a:off x="2240280" y="5349240"/>
            <a:ext cx="7708392" cy="502920"/>
          </a:xfrm>
          <a:prstGeom prst="roundRect">
            <a:avLst>
              <a:gd name="adj" fmla="val 36364"/>
            </a:avLst>
          </a:prstGeom>
          <a:solidFill>
            <a:schemeClr val="accent3"/>
          </a:solidFill>
          <a:ln/>
        </p:spPr>
      </p:sp>
      <p:sp>
        <p:nvSpPr>
          <p:cNvPr id="27" name="Text"/>
          <p:cNvSpPr txBox="1"/>
          <p:nvPr/>
        </p:nvSpPr>
        <p:spPr>
          <a:xfrm>
            <a:off x="2240280" y="5349240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order can also end as cancelled or failed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rder statuses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 STATUSES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status has its own colour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order state uses a tinted badge, so a person can read the state at a glance. Green is kept for success and the main action.</a:t>
            </a:r>
            <a:endParaRPr lang="en-US" sz="1500" dirty="0"/>
          </a:p>
        </p:txBody>
      </p:sp>
      <p:graphicFrame>
        <p:nvGraphicFramePr>
          <p:cNvPr id="6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Badge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Used for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Shipped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Success: the order is on its way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Awaiting payment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Pending: the order is not paid yet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Cancelled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Failed or cancelled orders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Info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Neutral information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120640" y="5120640"/>
            <a:ext cx="630936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120640" y="5120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Blue is for admin and utility actions, never the main call 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5864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Syfr look"/>
          <p:cNvSpPr txBox="1"/>
          <p:nvPr/>
        </p:nvSpPr>
        <p:spPr>
          <a:xfrm>
            <a:off x="777240" y="50292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SYFR LOOK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Green-forward, clean and easy to trust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core green carries the main action, prices, links and success. Near-black greens set the headlines, and soft tints fill badges and panels.</a:t>
            </a:r>
            <a:endParaRPr lang="en-US" sz="1500" dirty="0"/>
          </a:p>
        </p:txBody>
      </p:sp>
      <p:sp>
        <p:nvSpPr>
          <p:cNvPr id="6" name="Swatch Brand green"/>
          <p:cNvSpPr/>
          <p:nvPr/>
        </p:nvSpPr>
        <p:spPr>
          <a:xfrm>
            <a:off x="4846320" y="1783080"/>
            <a:ext cx="1261872" cy="1463040"/>
          </a:xfrm>
          <a:prstGeom prst="roundRect">
            <a:avLst>
              <a:gd name="adj" fmla="val 12319"/>
            </a:avLst>
          </a:prstGeom>
          <a:solidFill>
            <a:srgbClr val="16A34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4846320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green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4846320" y="3611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#16A34A</a:t>
            </a:r>
            <a:endParaRPr lang="en-US" sz="1100" dirty="0"/>
          </a:p>
        </p:txBody>
      </p:sp>
      <p:sp>
        <p:nvSpPr>
          <p:cNvPr id="9" name="Swatch Deep green"/>
          <p:cNvSpPr/>
          <p:nvPr/>
        </p:nvSpPr>
        <p:spPr>
          <a:xfrm>
            <a:off x="6217920" y="1783080"/>
            <a:ext cx="1261872" cy="1463040"/>
          </a:xfrm>
          <a:prstGeom prst="roundRect">
            <a:avLst>
              <a:gd name="adj" fmla="val 12319"/>
            </a:avLst>
          </a:prstGeom>
          <a:solidFill>
            <a:srgbClr val="15803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217920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 green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6217920" y="3611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#15803D</a:t>
            </a:r>
            <a:endParaRPr lang="en-US" sz="1100" dirty="0"/>
          </a:p>
        </p:txBody>
      </p:sp>
      <p:sp>
        <p:nvSpPr>
          <p:cNvPr id="12" name="Swatch Brand ink"/>
          <p:cNvSpPr/>
          <p:nvPr/>
        </p:nvSpPr>
        <p:spPr>
          <a:xfrm>
            <a:off x="7589520" y="1783080"/>
            <a:ext cx="1261872" cy="1463040"/>
          </a:xfrm>
          <a:prstGeom prst="roundRect">
            <a:avLst>
              <a:gd name="adj" fmla="val 12319"/>
            </a:avLst>
          </a:prstGeom>
          <a:solidFill>
            <a:srgbClr val="111F1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7589520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ink</a:t>
            </a:r>
            <a:endParaRPr lang="en-US" sz="1200" dirty="0"/>
          </a:p>
        </p:txBody>
      </p:sp>
      <p:sp>
        <p:nvSpPr>
          <p:cNvPr id="14" name="Text"/>
          <p:cNvSpPr txBox="1"/>
          <p:nvPr/>
        </p:nvSpPr>
        <p:spPr>
          <a:xfrm>
            <a:off x="7589520" y="3611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#111F18</a:t>
            </a:r>
            <a:endParaRPr lang="en-US" sz="1100" dirty="0"/>
          </a:p>
        </p:txBody>
      </p:sp>
      <p:sp>
        <p:nvSpPr>
          <p:cNvPr id="15" name="Swatch Tint"/>
          <p:cNvSpPr/>
          <p:nvPr/>
        </p:nvSpPr>
        <p:spPr>
          <a:xfrm>
            <a:off x="8961120" y="1783080"/>
            <a:ext cx="1261872" cy="1463040"/>
          </a:xfrm>
          <a:prstGeom prst="roundRect">
            <a:avLst>
              <a:gd name="adj" fmla="val 12319"/>
            </a:avLst>
          </a:prstGeom>
          <a:solidFill>
            <a:srgbClr val="DCFCE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8961120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Tint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8961120" y="3611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#DCFCE7</a:t>
            </a:r>
            <a:endParaRPr lang="en-US" sz="1100" dirty="0"/>
          </a:p>
        </p:txBody>
      </p:sp>
      <p:sp>
        <p:nvSpPr>
          <p:cNvPr id="18" name="Swatch Surface"/>
          <p:cNvSpPr/>
          <p:nvPr/>
        </p:nvSpPr>
        <p:spPr>
          <a:xfrm>
            <a:off x="10332720" y="1783080"/>
            <a:ext cx="1261872" cy="1463040"/>
          </a:xfrm>
          <a:prstGeom prst="roundRect">
            <a:avLst>
              <a:gd name="adj" fmla="val 12319"/>
            </a:avLst>
          </a:prstGeom>
          <a:solidFill>
            <a:srgbClr val="F3F8F4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10332720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Surface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10332720" y="3611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#F3F8F4</a:t>
            </a:r>
            <a:endParaRPr lang="en-US" sz="1100" dirty="0"/>
          </a:p>
        </p:txBody>
      </p:sp>
      <p:sp>
        <p:nvSpPr>
          <p:cNvPr id="21" name="Type card display"/>
          <p:cNvSpPr/>
          <p:nvPr/>
        </p:nvSpPr>
        <p:spPr>
          <a:xfrm>
            <a:off x="4846320" y="4206240"/>
            <a:ext cx="3246120" cy="1737360"/>
          </a:xfrm>
          <a:prstGeom prst="roundRect">
            <a:avLst>
              <a:gd name="adj" fmla="val 894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5120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Sora</a:t>
            </a:r>
            <a:endParaRPr lang="en-US" sz="1100" dirty="0"/>
          </a:p>
        </p:txBody>
      </p:sp>
      <p:sp>
        <p:nvSpPr>
          <p:cNvPr id="23" name="Text"/>
          <p:cNvSpPr txBox="1"/>
          <p:nvPr/>
        </p:nvSpPr>
        <p:spPr>
          <a:xfrm>
            <a:off x="512064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400" dirty="0"/>
          </a:p>
        </p:txBody>
      </p:sp>
      <p:sp>
        <p:nvSpPr>
          <p:cNvPr id="24" name="Text"/>
          <p:cNvSpPr txBox="1"/>
          <p:nvPr/>
        </p:nvSpPr>
        <p:spPr>
          <a:xfrm>
            <a:off x="51206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Headlines and hero text</a:t>
            </a:r>
            <a:endParaRPr lang="en-US" sz="1200" dirty="0"/>
          </a:p>
        </p:txBody>
      </p:sp>
      <p:sp>
        <p:nvSpPr>
          <p:cNvPr id="25" name="Type card body"/>
          <p:cNvSpPr/>
          <p:nvPr/>
        </p:nvSpPr>
        <p:spPr>
          <a:xfrm>
            <a:off x="8275320" y="4206240"/>
            <a:ext cx="3246120" cy="1737360"/>
          </a:xfrm>
          <a:prstGeom prst="roundRect">
            <a:avLst>
              <a:gd name="adj" fmla="val 894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8549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PUBLIC SANS</a:t>
            </a:r>
            <a:endParaRPr lang="en-US" sz="1100" dirty="0"/>
          </a:p>
        </p:txBody>
      </p:sp>
      <p:sp>
        <p:nvSpPr>
          <p:cNvPr id="27" name="Text"/>
          <p:cNvSpPr txBox="1"/>
          <p:nvPr/>
        </p:nvSpPr>
        <p:spPr>
          <a:xfrm>
            <a:off x="854964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Aa</a:t>
            </a:r>
            <a:endParaRPr lang="en-US" sz="4400" dirty="0"/>
          </a:p>
        </p:txBody>
      </p:sp>
      <p:sp>
        <p:nvSpPr>
          <p:cNvPr id="28" name="Text"/>
          <p:cNvSpPr txBox="1"/>
          <p:nvPr/>
        </p:nvSpPr>
        <p:spPr>
          <a:xfrm>
            <a:off x="85496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Paragraphs, buttons and labels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yfr and e-bikes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 AND E-BIKES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same QR idea on an e-bike's number plate</a:t>
            </a:r>
            <a:endParaRPr lang="en-US" sz="3000" dirty="0"/>
          </a:p>
        </p:txBody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7160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Non-RTO e-bikes have no government registry to lean on</a:t>
            </a:r>
            <a:endParaRPr lang="en-US" sz="1600" dirty="0"/>
          </a:p>
        </p:txBody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syfr.live logo and a QR code</a:t>
            </a:r>
            <a:endParaRPr lang="en-US" sz="1600" dirty="0"/>
          </a:p>
        </p:txBody>
      </p:sp>
      <p:pic>
        <p:nvPicPr>
          <p:cNvPr id="9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37160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Scanning it opens registration, warranty per part and parts history</a:t>
            </a:r>
            <a:endParaRPr lang="en-US" sz="1600" dirty="0"/>
          </a:p>
        </p:txBody>
      </p:sp>
      <p:pic>
        <p:nvPicPr>
          <p:cNvPr id="11" name="Plate tile" descr="Number plate with the syfr.live logo and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2651760" cy="3108960"/>
          </a:xfrm>
          <a:prstGeom prst="rect">
            <a:avLst/>
          </a:prstGeom>
        </p:spPr>
      </p:pic>
      <p:pic>
        <p:nvPicPr>
          <p:cNvPr id="12" name="Phone tile" descr="Owner warrant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783080"/>
            <a:ext cx="2651760" cy="3108960"/>
          </a:xfrm>
          <a:prstGeom prst="rect">
            <a:avLst/>
          </a:prstGeom>
        </p:spPr>
      </p:pic>
      <p:sp>
        <p:nvSpPr>
          <p:cNvPr id="13" name="Callout"/>
          <p:cNvSpPr/>
          <p:nvPr/>
        </p:nvSpPr>
        <p:spPr>
          <a:xfrm>
            <a:off x="5989320" y="5120640"/>
            <a:ext cx="5486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59893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working demo with sample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anel" descr="A syfr.live QR sti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4937760" cy="5760720"/>
          </a:xfrm>
          <a:prstGeom prst="rect">
            <a:avLst/>
          </a:prstGeom>
        </p:spPr>
      </p:pic>
      <p:sp>
        <p:nvSpPr>
          <p:cNvPr id="3" name="Tag pill"/>
          <p:cNvSpPr/>
          <p:nvPr/>
        </p:nvSpPr>
        <p:spPr>
          <a:xfrm>
            <a:off x="6309360" y="109728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g: syfr.live"/>
          <p:cNvSpPr txBox="1"/>
          <p:nvPr/>
        </p:nvSpPr>
        <p:spPr>
          <a:xfrm>
            <a:off x="6309360" y="109728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QR stickers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car owners.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syfr.live.</a:t>
            </a:r>
            <a:endParaRPr lang="en-US" sz="4000" dirty="0"/>
          </a:p>
        </p:txBody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78808"/>
            <a:ext cx="256032" cy="256032"/>
          </a:xfrm>
          <a:prstGeom prst="rect">
            <a:avLst/>
          </a:prstGeom>
        </p:spPr>
      </p:pic>
      <p:sp>
        <p:nvSpPr>
          <p:cNvPr id="7" name="Contact 1">
            <a:hlinkClick r:id="rId3" tooltip="Open syfr.live"/>
          </p:cNvPr>
          <p:cNvSpPr txBox="1"/>
          <p:nvPr/>
        </p:nvSpPr>
        <p:spPr>
          <a:xfrm>
            <a:off x="672084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3" invalidUrl="" action="" tgtFrame="" tooltip="Open syfr.liv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syfr.live</a:t>
            </a:r>
            <a:endParaRPr lang="en-US" sz="1300" dirty="0"/>
          </a:p>
        </p:txBody>
      </p:sp>
      <p:pic>
        <p:nvPicPr>
          <p:cNvPr id="8" name="Icon 2" descr="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636008"/>
            <a:ext cx="256032" cy="256032"/>
          </a:xfrm>
          <a:prstGeom prst="rect">
            <a:avLst/>
          </a:prstGeom>
        </p:spPr>
      </p:pic>
      <p:sp>
        <p:nvSpPr>
          <p:cNvPr id="9" name="Contact 2"/>
          <p:cNvSpPr txBox="1"/>
          <p:nvPr/>
        </p:nvSpPr>
        <p:spPr>
          <a:xfrm>
            <a:off x="672084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Clean, trustworthy, green-forward</a:t>
            </a:r>
            <a:endParaRPr lang="en-US" sz="1300" dirty="0"/>
          </a:p>
        </p:txBody>
      </p:sp>
      <p:pic>
        <p:nvPicPr>
          <p:cNvPr id="10" name="Icon 3" descr="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256032" cy="256032"/>
          </a:xfrm>
          <a:prstGeom prst="rect">
            <a:avLst/>
          </a:prstGeom>
        </p:spPr>
      </p:pic>
      <p:sp>
        <p:nvSpPr>
          <p:cNvPr id="11" name="Contact 3"/>
          <p:cNvSpPr txBox="1"/>
          <p:nvPr/>
        </p:nvSpPr>
        <p:spPr>
          <a:xfrm>
            <a:off x="6720840" y="5074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from the Syfr design system notes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fr Mint">
  <a:themeElements>
    <a:clrScheme name="Syfr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Syfr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2026-10-17T05:16:20Z</dcterms:created>
  <dcterms:modified xsi:type="dcterms:W3CDTF">2026-10-17T05:16:20Z</dcterms:modified>
</cp:coreProperties>
</file>